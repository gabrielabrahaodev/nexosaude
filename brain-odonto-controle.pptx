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Arquivos Dart documentados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Arquivos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6E6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Telas</c:v>
                  </c:pt>
                  <c:pt idx="1">
                    <c:v>Services</c:v>
                  </c:pt>
                  <c:pt idx="2">
                    <c:v>Models</c:v>
                  </c:pt>
                  <c:pt idx="3">
                    <c:v>Base/UI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25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7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E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a ideia em uma frase - documentacao viva, colada no codigo, em formato que IA e gente consomem igual.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Dor: 91 arquivos, regras como billing por presenca e capabilities espalhadas, historico de 1 commit. Conhecimento volatil.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Solucao: 34 arquivos MD versionados junto do codigo. Tres camadas: indice, dominios, telas.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Formato copiado de skills de IA: frontmatter com nome e descricao + secoes fixas. Leitura de 1 minuto por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Cobertura: 46 telas, 25 services, 15 models, 5 base. Agrupamentos evitam 90 arquivos triviais.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Rotina: leitura antes, atualizacao junto. IA e gente consomem o mesmo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proximos passos e o lema. Pedir aprovacao para commitar o brain/.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memoria viva do OdontoControle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MD por modulo ou tela, em formato de skill: contexto, fluxos e gotchas onde o codigo mora.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ARQUIVOS  ·  10 MODULOS  ·  23 TELAS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OdontoControle  ·  Set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do sistema mora na cabeca de quem codou — e se perde a cada sessao.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FF7F5"/>
          </a:solidFill>
          <a:ln w="12700">
            <a:solidFill>
              <a:srgbClr val="EF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Dart em lib/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6002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FF7F5"/>
          </a:solidFill>
          <a:ln w="12700">
            <a:solidFill>
              <a:srgbClr val="EF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47472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ifs de clinicType espalhados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EFF7F5"/>
          </a:solidFill>
          <a:ln w="12700">
            <a:solidFill>
              <a:srgbClr val="EF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691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11+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no Firestore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lento  ·  regras redescobertas a cada feature  ·  cada IA comeca do zero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solucao: pasta brain/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Documentacao atomica, uma skill por modulo ou tela, dentro do repo.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FF7F5"/>
          </a:solidFill>
          <a:ln w="12700">
            <a:solidFill>
              <a:srgbClr val="EF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783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00-index.md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geral: modulos, telas e convencoes globais. Porta de entrada.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FF7F5"/>
          </a:solidFill>
          <a:ln w="12700">
            <a:solidFill>
              <a:srgbClr val="EF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783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 x10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negocio: sessao, agenda, pacotes, financeiro, clinico.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FF7F5"/>
          </a:solidFill>
          <a:ln w="12700">
            <a:solidFill>
              <a:srgbClr val="EF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178308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screens/ x23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por tela: fluxos, collections usadas e gotchas.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de skill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0B3B39"/>
          </a:solidFill>
          <a:ln w="12700">
            <a:solidFill>
              <a:srgbClr val="0B3B39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psychology-packages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Pacotes e sessoes ...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Pacotes / Sessoes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 que 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Quando usar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Arquivos-chave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Fluxos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Regras / Gotchas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0" y="125272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em 3 linhas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212140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de leitura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299008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+ fluxos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reais e collections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85876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codigo morde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total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arquivo Dart relevante tem um skill correspondente — nada fica sem dono.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55448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EFF7F5"/>
          </a:solidFill>
          <a:ln w="12700">
            <a:solidFill>
              <a:srgbClr val="EF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7373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12648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cobertos por 34 skills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e widgets auxiliares agrupados para nao gerar ruido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usar no dia a dia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EFF7F5"/>
          </a:solidFill>
          <a:ln w="12700">
            <a:solidFill>
              <a:srgbClr val="EF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316736"/>
            <a:ext cx="7040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mexer numa tela?  leia screens/&lt;tela&gt;.md antes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231136"/>
            <a:ext cx="7040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mexer numa regra?  leia modules/&lt;dominio&gt;.md antes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EFF7F5"/>
          </a:solidFill>
          <a:ln w="12700">
            <a:solidFill>
              <a:srgbClr val="EFF7F5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1821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145536"/>
            <a:ext cx="7040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comportamento?  atualize o MD junto no commit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9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059936"/>
            <a:ext cx="7040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nova recorrente?  virou gotcha: registre no MD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 que escala com o produto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Versionar brain/ junto do codigo (entra no proximo commit)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atualizacao do MD em PRs que mudem comportamento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7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Medir: onboarding e retrabalho antes/depois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brain/  ·  34 skills  ·  leia antes, atualize junto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- a memoria viva do OdontoControle</dc:title>
  <dc:subject>PptxGenJS Presentation</dc:subject>
  <dc:creator>OdontoControle</dc:creator>
  <cp:lastModifiedBy>OdontoControle</cp:lastModifiedBy>
  <cp:revision>1</cp:revision>
  <dcterms:created xsi:type="dcterms:W3CDTF">2026-09-15T17:26:10Z</dcterms:created>
  <dcterms:modified xsi:type="dcterms:W3CDTF">2026-09-15T17:26:10Z</dcterms:modified>
</cp:coreProperties>
</file>